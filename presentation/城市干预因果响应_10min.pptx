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307b78c2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307b78c2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6307b78c2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75846" y="145073"/>
            <a:ext cx="8785200" cy="24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4500"/>
              <a:buFont typeface="Arial"/>
              <a:buNone/>
              <a:defRPr sz="4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75846" y="2701530"/>
            <a:ext cx="8785200" cy="1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82880" y="567683"/>
            <a:ext cx="87783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75846" y="145076"/>
            <a:ext cx="87852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175846" y="3442098"/>
            <a:ext cx="87852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82880" y="558801"/>
            <a:ext cx="43320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567683"/>
            <a:ext cx="43320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82880" y="146403"/>
            <a:ext cx="87783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182879" y="577604"/>
            <a:ext cx="4315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182880" y="1219200"/>
            <a:ext cx="4315200" cy="3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49" y="577604"/>
            <a:ext cx="43320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219200"/>
            <a:ext cx="4332000" cy="3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175847" y="145076"/>
            <a:ext cx="34032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710354" y="145076"/>
            <a:ext cx="52509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175847" y="1543050"/>
            <a:ext cx="34032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175847" y="145076"/>
            <a:ext cx="34032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710354" y="145074"/>
            <a:ext cx="5250900" cy="44577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75847" y="1543052"/>
            <a:ext cx="34032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182880" y="145073"/>
            <a:ext cx="8778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539620" y="-1788816"/>
            <a:ext cx="4065000" cy="8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795822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60170" y="-910707"/>
            <a:ext cx="4359000" cy="6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f0c80c659_20_0)">
  <p:cSld name="Generated (g3ef0c80c659_20_0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34" name="Google Shape;134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82880" y="145073"/>
            <a:ext cx="87783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2100"/>
              <a:buFont typeface="Arial"/>
              <a:buNone/>
              <a:defRPr b="0" i="0" sz="2100" u="sng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82880" y="1276171"/>
            <a:ext cx="8778300" cy="3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327407" y="4755731"/>
            <a:ext cx="115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00533" y="4755731"/>
            <a:ext cx="46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2836415" y="4755732"/>
            <a:ext cx="4454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82880" y="4755732"/>
            <a:ext cx="2560320" cy="35072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ctrTitle"/>
          </p:nvPr>
        </p:nvSpPr>
        <p:spPr>
          <a:xfrm>
            <a:off x="175846" y="145073"/>
            <a:ext cx="8785200" cy="2487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>
            <p:ph idx="1" type="subTitle"/>
          </p:nvPr>
        </p:nvSpPr>
        <p:spPr>
          <a:xfrm>
            <a:off x="175846" y="2701530"/>
            <a:ext cx="8785200" cy="191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T-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F5F3E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